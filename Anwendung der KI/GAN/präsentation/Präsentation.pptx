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C9ADE7-2236-483C-AA57-9DE42C4672A4}" v="10" dt="2020-04-27T05:34:57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E8342E-9F7B-4913-9ACA-FDDC14451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90C6D6-2325-483E-90E4-A4E392F19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767B92-200D-4D31-AF96-F09F98D12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F8988E-B991-4803-9B61-7BCAE0FA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C9B92F-5065-412A-AC09-0633A90B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53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9BCAF-1595-4C29-B625-309D15EE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E93A5-EAB2-4601-941A-4092BEDAB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82555D-9475-4AB8-8B6E-863E69FB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4124E9-8A1F-4D9D-A387-B196DF1B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819BC8-962F-4CD1-B44A-7FB6E05A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185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FC2685-4C27-4DDA-9AC8-6CC8BD53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78EEDE-D5A8-4A0A-8893-648931467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F4D06A-841C-4C6B-AA29-A1FC51FD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F7024D-73A0-47F4-B088-07BBD159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C8942A-C09A-4B82-A2FB-1348B40E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64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D77A48-8AAB-44AA-8B29-4E93DAF9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BA59DB-1823-4152-A071-5A8A2597E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AF94FE-E110-449F-8423-98CF0D08E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995BAA-F883-42A8-9006-7E6E795B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6F9355-1347-487C-9EEF-3B407695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CFC1D8-3BF4-4A87-8945-84A64722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57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215DD-37E2-4733-9AF9-3604C26D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4FC479-DF39-4C0E-8095-CF8F1AE98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3EBC86-72A3-4D68-A179-16E36968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76D211-28F4-47A4-AA45-AC0A5B70E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2E88BD-664F-4BC6-A141-A3512DC2B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2C7AC09-866D-4736-BC07-21C479C3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7DFA90E-F2C9-425F-A872-EB7425F0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E368628-7FB7-4E77-A2BC-D6ED6413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46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D6CD7-BAF8-4AD8-889C-FCA33C25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EC9D42-3E13-4885-A1A2-C5B9593D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4D2736-2C6B-477A-85A0-1E2E82BD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31A6B7-44AA-4A26-8745-07AF066E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91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84850E-A03B-455E-A149-C326CF63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E88A6F-B587-4316-B029-E68CCC46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2605C6-4D51-42E6-AE82-9E3274D6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58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9D0662-98A7-40F9-90DB-C128A2A4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739742-C322-47C2-95EE-383B16AB6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C5132A-4337-48E5-9940-45347239A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D877DB-04AF-4D6F-977E-F49A117A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DB2380-6812-4616-B9AC-E296DEF8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C02189-3C6C-49BB-976E-E40ED26A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285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34F61-0456-4504-B394-69457953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0655FE-9AC2-4E76-9B84-E8C7B79A1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9475FF-9144-486C-BEE1-DD63801E9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654CF9-5741-42F1-AC92-A91F162C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0100D5-0B61-4032-88E3-AA0ABE1F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758E55-47C1-4300-8CE7-72CD9232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61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8F642-EC6D-4938-946B-88FD3504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038492-1287-48E2-A930-7E13C6E55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E70915-6E64-4E09-BB71-47C7E93C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C401EA-0F50-4110-AA03-D26AB8D5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8954D5-53BA-4A22-BC2C-D48FC532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85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3BF1112-B471-4362-B199-583E0E208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CFDE4E-5703-4386-B717-D88B2F0A5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915FC-4F6C-490B-AC3B-01547076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C7F2E9-E844-4AF9-9743-D8EEB9B3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E66B28-EB1E-4300-8A5B-4C30DCE7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92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B2731B-91E2-45E0-A006-6BCA38EA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F0F371-BD69-49B7-A0AD-38DBC78D1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0CE507-28C7-4FA3-832A-DA6571D87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48691-4192-44A0-8BBB-69FEE6B6B38A}" type="datetimeFigureOut">
              <a:rPr lang="de-DE" smtClean="0"/>
              <a:t>11.05.2020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8E925A-AB88-408C-A00C-E0D8C8496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17BC34-5A7E-41D2-95DA-ECEDF67E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A05F4-14FA-494D-9373-F380CFDC4B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615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414C9-3FA3-437A-B981-CB14945D4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de-DE" dirty="0"/>
              <a:t>Daten Augmentation mit neuronalen Netzwerken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DF4ABC-7A9D-4125-A44B-CD0C25C0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50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3161F-ED7E-4465-8557-9C6308C0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Motivation und Ziel des Projekts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3DCE1C-EAD4-4853-9667-3E22114E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Der Mangel von Daten.</a:t>
            </a:r>
          </a:p>
          <a:p>
            <a:r>
              <a:rPr lang="de-DE" dirty="0"/>
              <a:t>Generierung von Bildern.</a:t>
            </a:r>
          </a:p>
          <a:p>
            <a:r>
              <a:rPr lang="de-DE" dirty="0"/>
              <a:t>Verbesserung der Klassifikationsrate.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42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732E79-D85C-4ACA-881B-672D98D1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Algorithmus zur Bildgenerierung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0B8D74-397E-4ABB-B4FA-918CABBA6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Generative </a:t>
            </a:r>
            <a:r>
              <a:rPr lang="de-DE" dirty="0" err="1"/>
              <a:t>Adversarial</a:t>
            </a:r>
            <a:r>
              <a:rPr lang="de-DE" dirty="0"/>
              <a:t> Network(GAN)</a:t>
            </a:r>
          </a:p>
          <a:p>
            <a:r>
              <a:rPr lang="de-DE" dirty="0"/>
              <a:t>Autoencoder</a:t>
            </a:r>
          </a:p>
        </p:txBody>
      </p:sp>
    </p:spTree>
    <p:extLst>
      <p:ext uri="{BB962C8B-B14F-4D97-AF65-F5344CB8AC3E}">
        <p14:creationId xmlns:p14="http://schemas.microsoft.com/office/powerpoint/2010/main" val="86744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9928D-8F59-4031-A52C-00D3CF75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/>
              <a:t>Generative Adversarial Network(GAN)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79BE3F9-E000-4B3F-A867-E56144E81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5428"/>
            <a:ext cx="10515600" cy="3851731"/>
          </a:xfrm>
        </p:spPr>
      </p:pic>
    </p:spTree>
    <p:extLst>
      <p:ext uri="{BB962C8B-B14F-4D97-AF65-F5344CB8AC3E}">
        <p14:creationId xmlns:p14="http://schemas.microsoft.com/office/powerpoint/2010/main" val="126097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BF973-FFBD-4694-842A-A5AD02CE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/>
              <a:t>Autoencoder</a:t>
            </a:r>
            <a:endParaRPr lang="de-DE" dirty="0"/>
          </a:p>
        </p:txBody>
      </p:sp>
      <p:pic>
        <p:nvPicPr>
          <p:cNvPr id="5" name="Inhaltsplatzhalter 4" descr="Ein Bild, das Tisch enthält.&#10;&#10;Automatisch generierte Beschreibung">
            <a:extLst>
              <a:ext uri="{FF2B5EF4-FFF2-40B4-BE49-F238E27FC236}">
                <a16:creationId xmlns:a16="http://schemas.microsoft.com/office/drawing/2014/main" id="{B6477BAD-76D3-4569-B5B0-8C8CF2A97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3217"/>
            <a:ext cx="10515600" cy="3516153"/>
          </a:xfrm>
        </p:spPr>
      </p:pic>
    </p:spTree>
    <p:extLst>
      <p:ext uri="{BB962C8B-B14F-4D97-AF65-F5344CB8AC3E}">
        <p14:creationId xmlns:p14="http://schemas.microsoft.com/office/powerpoint/2010/main" val="108642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A207F-7F4E-4E16-A5DA-D11D7029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pPr algn="ctr"/>
            <a:r>
              <a:rPr lang="de-DE" dirty="0"/>
              <a:t>Vorbereitung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F2F140-5697-468E-AE9C-48B685F5D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anchor="ctr">
            <a:normAutofit/>
          </a:bodyPr>
          <a:lstStyle/>
          <a:p>
            <a:r>
              <a:rPr lang="de-DE" sz="2400" dirty="0"/>
              <a:t>Verarbeitung der MNIST-Datensatz.</a:t>
            </a:r>
          </a:p>
          <a:p>
            <a:r>
              <a:rPr lang="de-DE" sz="2400" dirty="0"/>
              <a:t>Simulation(siehe  generiete Bilder)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D8D52F-B185-4638-BC8A-C332B74ECA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" b="-1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6988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C8E634-6A1A-4163-89E0-30833051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94643"/>
            <a:ext cx="9603274" cy="1668416"/>
          </a:xfrm>
        </p:spPr>
        <p:txBody>
          <a:bodyPr anchor="ctr">
            <a:noAutofit/>
          </a:bodyPr>
          <a:lstStyle/>
          <a:p>
            <a:pPr algn="ctr"/>
            <a:r>
              <a:rPr lang="de-DE" dirty="0"/>
              <a:t>Einsatz.</a:t>
            </a:r>
            <a:br>
              <a:rPr lang="de-DE" dirty="0"/>
            </a:br>
            <a:r>
              <a:rPr lang="de-DE" dirty="0"/>
              <a:t>Handschriftliche Emojis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5863A0-0EBC-4C9B-958B-06AD3E75B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81807" y="2056720"/>
            <a:ext cx="947304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928ECC-DDA7-41BC-BDFD-F7B6287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150379"/>
            <a:ext cx="9603274" cy="5864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/>
          </a:p>
        </p:txBody>
      </p:sp>
      <p:pic>
        <p:nvPicPr>
          <p:cNvPr id="5" name="Grafik 4" descr="Ein Bild, das Foto, weiß, Gruppe, Paar enthält.&#10;&#10;Automatisch generierte Beschreibung">
            <a:extLst>
              <a:ext uri="{FF2B5EF4-FFF2-40B4-BE49-F238E27FC236}">
                <a16:creationId xmlns:a16="http://schemas.microsoft.com/office/drawing/2014/main" id="{7F975B47-DB65-4734-8A91-51963F12D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8" y="3057492"/>
            <a:ext cx="9603274" cy="268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Breitbild</PresentationFormat>
  <Paragraphs>14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Daten Augmentation mit neuronalen Netzwerken</vt:lpstr>
      <vt:lpstr>Motivation und Ziel des Projekts</vt:lpstr>
      <vt:lpstr>Algorithmus zur Bildgenerierung</vt:lpstr>
      <vt:lpstr>Generative Adversarial Network(GAN)</vt:lpstr>
      <vt:lpstr>Autoencoder</vt:lpstr>
      <vt:lpstr>Vorbereitung</vt:lpstr>
      <vt:lpstr>Einsatz. Handschriftliche Emojis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 Augmentation mit Generative Adversarial Network (GAN) Algorithmus</dc:title>
  <dc:creator>Thibaut Temkeng</dc:creator>
  <cp:lastModifiedBy>Thibaut Temkeng</cp:lastModifiedBy>
  <cp:revision>7</cp:revision>
  <dcterms:created xsi:type="dcterms:W3CDTF">2020-04-27T05:35:16Z</dcterms:created>
  <dcterms:modified xsi:type="dcterms:W3CDTF">2020-05-11T10:21:05Z</dcterms:modified>
</cp:coreProperties>
</file>